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22"/>
    <p:restoredTop sz="94651"/>
  </p:normalViewPr>
  <p:slideViewPr>
    <p:cSldViewPr snapToGrid="0" snapToObjects="1">
      <p:cViewPr varScale="1">
        <p:scale>
          <a:sx n="107" d="100"/>
          <a:sy n="107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33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D3F7-D3CC-D24C-99F5-8743D2B2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6940-F922-4742-B4B6-819E8E9B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49D6C-F527-5946-A3C6-655A7B1F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BCF9-A3C1-8449-B26B-E7A31F6C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4062-27D1-9F42-A334-C3D8CC88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74F1-6E11-E64A-BC43-F034E77A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9C252-8D42-3940-B82B-225061B0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60DD-14C0-EF4D-9426-F1B5BA89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FB2CF-1588-AA42-BC3B-B48B1090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98939-D5A6-1940-93CA-DF347A6E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FC92-DCD9-D74D-8A2C-8D388ED9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EEBF-48A9-504E-A118-5B49E6227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7C168-424B-5C4F-AC3C-570360723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FD841-70C1-814F-845F-46B8AD72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4D89-C511-3042-A419-34E6AB3C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D4AD3-7929-3748-BFAD-99EA1BF5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67A0-B276-BA4C-B34D-57579831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5580C-BDE8-5E48-BD34-1EF2311B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9919-FF83-DA44-BCBA-50A3574BE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CBC7D-914F-B443-BCD0-B8B609F7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CC2F0-40B3-0C42-B215-8AE5CA1DC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D1D03-A8EE-704A-8206-EA129E06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5274B-A675-3B40-945E-889866DD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937EA-89FA-5A4D-B82E-1C535D8A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2F93-C10E-2649-9998-7EBF71C8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2B030-4ED6-C149-B637-B4CD6215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2B95B-FBDD-C740-8096-4A55A826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77E51-4094-1C4C-8024-C1CBDD31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6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D10E4-C724-5C4D-A130-4E24B368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C804F-056E-2947-842F-D3C373AE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EF0C-F719-374C-A143-381781C6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4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6053-31EF-3147-904E-45CE1DDF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3DEE-08EB-C940-81D9-D978FF53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3E971-3865-6141-A665-15E00F0B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AF35A-7B0C-314A-B242-CED13B0E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2495A-A874-5B4B-90FA-7189DBE3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591AD-8FC9-054C-B1F3-86403B5C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2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F2F4-B8D2-7244-A3C4-CE97B8BC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8E22E-8165-9A49-9FF3-003F1E998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C8262-38C4-F445-8F80-16131D61E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3433B-7642-0741-BFA5-BA9D4C5E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448F-503E-A74A-BF54-CE971228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B6205-137F-A945-AAA0-9FC24C2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A571-98E0-E846-9028-AC49AE15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FB162-5CFD-4440-A2EA-9DFE111A0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21A1-3F7C-3149-B515-447297D4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39A9-E9DA-FB43-AD07-2DBFEC03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D5B5C-EAEB-A145-BB6E-7A805896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4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114AC-4812-E44B-98FE-489CDECFF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AD91D-6A5A-A448-B071-85ADAE440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93FE-C188-6948-99AE-E792276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036F0-60FC-334B-9C16-760C33B5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0ABB-10A9-E74C-B3A9-B8A94B30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B8D86-5587-6E46-AFE5-7C5B4765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19C0-BD14-C544-A644-0DE02175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589F-78D3-444F-88C5-AC62656B1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8275-5051-8046-9FEB-2E6474AF12E1}" type="datetimeFigureOut">
              <a:rPr lang="en-US" smtClean="0"/>
              <a:t>4/19/20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89F85-FB22-254F-AED7-C5E18BCE4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4060-13FF-A642-9590-5448A0F11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A2FE0-5F5C-4F4D-8798-A4635ECD4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3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AE94D-A876-2E44-AD16-BCCEE8125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7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5862D-EF95-0943-9226-AE4D0F60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1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8CCC4-B5A9-5946-A809-5644A7D1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9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FB57E-1E59-F34F-9569-6E4BDC98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3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2FE66-B4A2-BE4D-838B-941E1172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5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D2DB7-A80B-0B45-BF20-15F2285E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6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Shivesh Tyagi</dc:creator>
  <cp:lastModifiedBy>Shivesh Tyagi</cp:lastModifiedBy>
  <cp:revision>28</cp:revision>
  <dcterms:created xsi:type="dcterms:W3CDTF">2020-03-28T18:02:21Z</dcterms:created>
  <dcterms:modified xsi:type="dcterms:W3CDTF">2020-04-19T08:16:52Z</dcterms:modified>
</cp:coreProperties>
</file>