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73" r:id="rId3"/>
    <p:sldId id="274" r:id="rId4"/>
    <p:sldId id="275" r:id="rId5"/>
    <p:sldId id="27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122"/>
    <p:restoredTop sz="94651"/>
  </p:normalViewPr>
  <p:slideViewPr>
    <p:cSldViewPr snapToGrid="0" snapToObjects="1">
      <p:cViewPr varScale="1">
        <p:scale>
          <a:sx n="107" d="100"/>
          <a:sy n="107" d="100"/>
        </p:scale>
        <p:origin x="19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1338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0D3F7-D3CC-D24C-99F5-8743D2B26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C6940-F922-4742-B4B6-819E8E9BA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49D6C-F527-5946-A3C6-655A7B1F5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DBCF9-A3C1-8449-B26B-E7A31F6CE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14062-27D1-9F42-A334-C3D8CC884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24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B74F1-6E11-E64A-BC43-F034E77A3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9C252-8D42-3940-B82B-225061B01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460DD-14C0-EF4D-9426-F1B5BA893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FB2CF-1588-AA42-BC3B-B48B1090E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98939-D5A6-1940-93CA-DF347A6E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0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8FC92-DCD9-D74D-8A2C-8D388ED93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8EEBF-48A9-504E-A118-5B49E6227C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C7C168-424B-5C4F-AC3C-570360723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BFD841-70C1-814F-845F-46B8AD728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B4D89-C511-3042-A419-34E6AB3C5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D4AD3-7929-3748-BFAD-99EA1BF54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219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967A0-B276-BA4C-B34D-57579831A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5580C-BDE8-5E48-BD34-1EF2311B8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9919-FF83-DA44-BCBA-50A3574BE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9CBC7D-914F-B443-BCD0-B8B609F7A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8CC2F0-40B3-0C42-B215-8AE5CA1DC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DD1D03-A8EE-704A-8206-EA129E069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4/18/20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75274B-A675-3B40-945E-889866DD1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B937EA-89FA-5A4D-B82E-1C535D8AC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73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92F93-C10E-2649-9998-7EBF71C80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A2B030-4ED6-C149-B637-B4CD62154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4/18/20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82B95B-FBDD-C740-8096-4A55A826B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C77E51-4094-1C4C-8024-C1CBDD319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866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0D10E4-C724-5C4D-A130-4E24B368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4/18/20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EC804F-056E-2947-842F-D3C373AEE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8EF0C-F719-374C-A143-381781C6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546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26053-31EF-3147-904E-45CE1DDF2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23DEE-08EB-C940-81D9-D978FF533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3E971-3865-6141-A665-15E00F0B1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AF35A-7B0C-314A-B242-CED13B0E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2495A-A874-5B4B-90FA-7189DBE35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591AD-8FC9-054C-B1F3-86403B5C2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12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CF2F4-B8D2-7244-A3C4-CE97B8BCC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8E22E-8165-9A49-9FF3-003F1E998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BC8262-38C4-F445-8F80-16131D61E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3433B-7642-0741-BFA5-BA9D4C5E4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D448F-503E-A74A-BF54-CE971228E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B6205-137F-A945-AAA0-9FC24C2C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04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2A571-98E0-E846-9028-AC49AE155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4FB162-5CFD-4440-A2EA-9DFE111A0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521A1-3F7C-3149-B515-447297D4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F39A9-E9DA-FB43-AD07-2DBFEC031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D5B5C-EAEB-A145-BB6E-7A8058967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46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8114AC-4812-E44B-98FE-489CDECFF0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BAD91D-6A5A-A448-B071-85ADAE440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E93FE-C188-6948-99AE-E792276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8275-5051-8046-9FEB-2E6474AF12E1}" type="datetimeFigureOut">
              <a:rPr lang="en-US" smtClean="0"/>
              <a:t>4/18/20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036F0-60FC-334B-9C16-760C33B51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40ABB-10A9-E74C-B3A9-B8A94B300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2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7B8D86-5587-6E46-AFE5-7C5B4765C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619C0-BD14-C544-A644-0DE021756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0589F-78D3-444F-88C5-AC62656B1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578275-5051-8046-9FEB-2E6474AF12E1}" type="datetimeFigureOut">
              <a:rPr lang="en-US" smtClean="0"/>
              <a:t>4/18/20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89F85-FB22-254F-AED7-C5E18BCE4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44060-13FF-A642-9590-5448A0F11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185563-EA2F-8842-AF62-693D46CEC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194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1B9996-8E9C-3F4C-8A93-0D893CF04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998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38241A-AD52-3D44-B067-18B29C416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23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3CCE40-4B57-2E4C-A55F-C10A1F7E2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747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A9A14B-8CD9-9A41-95E1-EA891740C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860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309798-ADED-3340-81E0-D3B560990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535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Shivesh Tyagi</dc:creator>
  <cp:lastModifiedBy>Shivesh Tyagi</cp:lastModifiedBy>
  <cp:revision>26</cp:revision>
  <dcterms:created xsi:type="dcterms:W3CDTF">2020-03-28T18:02:21Z</dcterms:created>
  <dcterms:modified xsi:type="dcterms:W3CDTF">2020-04-17T20:31:57Z</dcterms:modified>
</cp:coreProperties>
</file>